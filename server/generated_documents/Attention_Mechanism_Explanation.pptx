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At its core, the attention mechanism allows a model to focus on specific parts of the input sequence when processing different parts of the output sequence. Instead of processing the entire input sequence into a single fixed-size context vector (which can be a bottleneck for long sequences), attention allows the model to "look back" at the input sequence and selectively weigh different parts of it based on their relevance to the current output being generated. This dynamic weighting helps the model handle long-range dependencies and improves performance significantly.</a:t>
            </a:r>
          </a:p>
        </p:txBody>
      </p:sp>
      <p:sp>
        <p:nvSpPr>
          <p:cNvPr id="3" name="Subtitle 2"/>
          <p:cNvSpPr>
            <a:spLocks noGrp="1"/>
          </p:cNvSpPr>
          <p:nvPr>
            <p:ph type="subTitle" idx="1"/>
          </p:nvPr>
        </p:nvSpPr>
        <p:spPr/>
        <p:txBody>
          <a:bodyPr/>
          <a:lstStyle/>
          <a:p>
            <a:r>
              <a:t>**The Math Behind Attention (Scaled Dot-Product Attention):**</a:t>
            </a:r>
          </a:p>
          <a:p/>
          <a:p>
            <a:r>
              <a:t>The most common form of attention, especially in Transformer models, is **Scaled Dot-Product Attention**. It involves three main components: **Query (Q)**, **Key (K)**, and **Value (V)**.</a:t>
            </a:r>
          </a:p>
          <a:p/>
          <a:p>
            <a:r>
              <a:t>Imagine you want to translate a sentence. When generating an output word, the "Query" represents the current state of the decoder (what it's looking for). The "Keys" are associated with each word in the input sentence (what each input word "offers"). The "Values" are the actual representations of the input words.</a:t>
            </a:r>
          </a:p>
          <a:p/>
          <a:p>
            <a:r>
              <a:t>The process involves these steps:</a:t>
            </a:r>
          </a:p>
          <a:p/>
          <a:p>
            <a:r>
              <a:t>1.  **Calculate Attention Scores (Similarity):**</a:t>
            </a:r>
          </a:p>
          <a:p>
            <a:r>
              <a:t>    *   For each Query vector `q` and each Key vector `k_i` from the input sequence, we compute a similarity score. A common way is the dot product: `score(q, k_i) = q ⋅ k_i`.</a:t>
            </a:r>
          </a:p>
          <a:p>
            <a:r>
              <a:t>    *   These scores indicate how relevant each input `k_i` is to the current `q`.</a:t>
            </a:r>
          </a:p>
          <a:p/>
          <a:p>
            <a:r>
              <a:t>2.  **Scale the Scores:**</a:t>
            </a:r>
          </a:p>
          <a:p>
            <a:r>
              <a:t>    *   To prevent the dot products from becoming too large (which can push the softmax function into regions with very small gradients), the scores are typically scaled down by the square root of the dimension of the key vectors (`d_k`).</a:t>
            </a:r>
          </a:p>
          <a:p>
            <a:r>
              <a:t>    *   `scaled_score(q, k_i) = (q ⋅ k_i) / sqrt(d_k)`</a:t>
            </a:r>
          </a:p>
          <a:p/>
          <a:p>
            <a:r>
              <a:t>3.  **Apply Softmax to Get Attention Weights:**</a:t>
            </a:r>
          </a:p>
          <a:p>
            <a:r>
              <a:t>    *   The scaled scores are then passed through a softmax function to obtain a probability distribution. These are the **attention weights**. They sum up to 1 and indicate how much "attention" should be paid to each input element.</a:t>
            </a:r>
          </a:p>
          <a:p>
            <a:r>
              <a:t>    *   `alpha_i = softmax(scaled_score(q, k_i))`</a:t>
            </a:r>
          </a:p>
          <a:p>
            <a:r>
              <a:t>    *   In matrix form, for a Query matrix `Q`, Key matrix `K`, and Value matrix `V`:</a:t>
            </a:r>
          </a:p>
          <a:p>
            <a:r>
              <a:t>        `Attention Weights = softmax((Q * K^T) / sqrt(d_k))`</a:t>
            </a:r>
          </a:p>
          <a:p/>
          <a:p>
            <a:r>
              <a:t>4.  **Compute the Context Vector (Weighted Sum of Values):**</a:t>
            </a:r>
          </a:p>
          <a:p>
            <a:r>
              <a:t>    *   Finally, the attention weights (`alpha_i`) are used to compute a weighted sum of the Value vectors (`v_i`). This weighted sum forms the **context vector** for the current output step.</a:t>
            </a:r>
          </a:p>
          <a:p>
            <a:r>
              <a:t>    *   `Context Vector = ∑_i (alpha_i * v_i)`</a:t>
            </a:r>
          </a:p>
          <a:p>
            <a:r>
              <a:t>    *   In matrix form:</a:t>
            </a:r>
          </a:p>
          <a:p>
            <a:r>
              <a:t>        `Output = Attention Weights * V`</a:t>
            </a:r>
          </a:p>
          <a:p>
            <a:r>
              <a:t>        `Output = softmax((Q * K^T) / sqrt(d_k)) * V`</a:t>
            </a:r>
          </a:p>
          <a:p/>
          <a:p>
            <a:r>
              <a:t>This `Output` is the new representation that incorporates information from the entire input sequence, weighted by its relevance to the query.</a:t>
            </a:r>
          </a:p>
          <a:p/>
          <a:p>
            <a:r>
              <a:t>**Key Takeaways:**</a:t>
            </a:r>
          </a:p>
          <a:p/>
          <a:p>
            <a:r>
              <a:t>*   **Dynamic Focus:** Attention allows the model to dynamically focus on different parts of the input.</a:t>
            </a:r>
          </a:p>
          <a:p>
            <a:r>
              <a:t>*   **Long-Range Dependencies:** It helps overcome the vanishing gradient problem and better capture long-range dependencies compared to traditional RNNs.</a:t>
            </a:r>
          </a:p>
          <a:p>
            <a:r>
              <a:t>*   **Interpretability:** The attention weights can sometimes offer insights into which parts of the input the model considers important.</a:t>
            </a:r>
          </a:p>
          <a:p/>
          <a:p>
            <a:r>
              <a:t>This general framework is adapted and extended in various ways, such as Multi-Head Attention (used in Transformers), where multiple attention mechanisms run in parallel to capture different aspects of relationships.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